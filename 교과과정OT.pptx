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97" r:id="rId3"/>
    <p:sldId id="289" r:id="rId4"/>
    <p:sldId id="298" r:id="rId5"/>
    <p:sldId id="302" r:id="rId6"/>
    <p:sldId id="303" r:id="rId7"/>
    <p:sldId id="301" r:id="rId8"/>
    <p:sldId id="265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710" autoAdjust="0"/>
  </p:normalViewPr>
  <p:slideViewPr>
    <p:cSldViewPr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B5DFC26D-5894-4ADD-A54D-B3DF0C17FB8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4D9F8859-A306-47CA-B528-5E1C9E6628B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slow">
    <p:wipe/>
  </p:transition>
  <p:txStyles>
    <p:titleStyle>
      <a:lvl1pPr algn="ctr" defTabSz="914400" rtl="0" eaLnBrk="1" latinLnBrk="1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1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1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1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1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1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1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1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1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1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5496" y="2060848"/>
            <a:ext cx="9073008" cy="1828800"/>
          </a:xfrm>
          <a:solidFill>
            <a:srgbClr val="FFC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ko-KR" altLang="en-US" sz="8000" dirty="0" err="1">
                <a:solidFill>
                  <a:srgbClr val="002060"/>
                </a:solidFill>
              </a:rPr>
              <a:t>학습로드맵</a:t>
            </a:r>
            <a:endParaRPr lang="ko-KR" altLang="en-US" sz="8000" dirty="0">
              <a:ln>
                <a:solidFill>
                  <a:schemeClr val="tx1"/>
                </a:solidFill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733346"/>
            <a:ext cx="3147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춘천시평생학습관 </a:t>
            </a:r>
          </a:p>
        </p:txBody>
      </p:sp>
    </p:spTree>
    <p:extLst>
      <p:ext uri="{BB962C8B-B14F-4D97-AF65-F5344CB8AC3E}">
        <p14:creationId xmlns:p14="http://schemas.microsoft.com/office/powerpoint/2010/main" val="203875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68F60CE-ADCC-4E01-A8FA-5C92A7606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719071"/>
            <a:ext cx="8407893" cy="4783082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z="2400" dirty="0"/>
              <a:t>춘천시 평생 학습관</a:t>
            </a:r>
            <a:endParaRPr lang="en-US" altLang="ko-KR" sz="2400" dirty="0"/>
          </a:p>
          <a:p>
            <a:pPr lvl="1">
              <a:lnSpc>
                <a:spcPct val="300000"/>
              </a:lnSpc>
            </a:pPr>
            <a:r>
              <a:rPr lang="ko-KR" altLang="en-US" sz="2000" dirty="0"/>
              <a:t>복구 프로그램 설치로 인하여 컴퓨터를 다시 시작할 시 다운 받았던 자료가 사라짐</a:t>
            </a:r>
            <a:endParaRPr lang="en-US" altLang="ko-KR" sz="2000" dirty="0"/>
          </a:p>
          <a:p>
            <a:pPr lvl="1">
              <a:lnSpc>
                <a:spcPct val="300000"/>
              </a:lnSpc>
            </a:pPr>
            <a:r>
              <a:rPr lang="ko-KR" altLang="en-US" sz="2000" dirty="0"/>
              <a:t>자료 </a:t>
            </a:r>
            <a:r>
              <a:rPr lang="ko-KR" altLang="en-US" sz="2000" dirty="0" err="1"/>
              <a:t>저장시</a:t>
            </a:r>
            <a:r>
              <a:rPr lang="ko-KR" altLang="en-US" sz="2000" dirty="0"/>
              <a:t> </a:t>
            </a:r>
            <a:r>
              <a:rPr lang="en-US" altLang="ko-KR" sz="2000" dirty="0" err="1"/>
              <a:t>usb</a:t>
            </a:r>
            <a:r>
              <a:rPr lang="ko-KR" altLang="en-US" sz="2000" dirty="0"/>
              <a:t> 사용</a:t>
            </a:r>
            <a:endParaRPr lang="en-US" altLang="ko-KR" sz="2000" dirty="0"/>
          </a:p>
          <a:p>
            <a:pPr lvl="1">
              <a:lnSpc>
                <a:spcPct val="300000"/>
              </a:lnSpc>
            </a:pPr>
            <a:r>
              <a:rPr lang="ko-KR" altLang="en-US" sz="2000" dirty="0"/>
              <a:t>작업 </a:t>
            </a:r>
            <a:r>
              <a:rPr lang="ko-KR" altLang="en-US" sz="2000" dirty="0" err="1"/>
              <a:t>완료후</a:t>
            </a:r>
            <a:r>
              <a:rPr lang="ko-KR" altLang="en-US" sz="2000" dirty="0"/>
              <a:t> 메일로 자료 전송</a:t>
            </a:r>
            <a:endParaRPr lang="en-US" altLang="ko-KR" sz="2000" dirty="0"/>
          </a:p>
          <a:p>
            <a:pPr lvl="1">
              <a:lnSpc>
                <a:spcPct val="300000"/>
              </a:lnSpc>
            </a:pPr>
            <a:r>
              <a:rPr lang="ko-KR" altLang="en-US" sz="2000" dirty="0"/>
              <a:t>보조기억 장치 활용</a:t>
            </a:r>
            <a:r>
              <a:rPr lang="en-US" altLang="ko-KR" sz="2000" dirty="0"/>
              <a:t>(D</a:t>
            </a:r>
            <a:r>
              <a:rPr lang="ko-KR" altLang="en-US" sz="2000" dirty="0"/>
              <a:t>드라이브에 본인 폴더 </a:t>
            </a:r>
            <a:r>
              <a:rPr lang="ko-KR" altLang="en-US" sz="2000" dirty="0" err="1"/>
              <a:t>생성후</a:t>
            </a:r>
            <a:r>
              <a:rPr lang="ko-KR" altLang="en-US" sz="2000" dirty="0"/>
              <a:t> 저장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ECBF3B0-4C2F-467D-AA80-A98E526A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저장</a:t>
            </a:r>
            <a:r>
              <a:rPr lang="en-US" altLang="ko-KR" dirty="0"/>
              <a:t>/</a:t>
            </a:r>
            <a:r>
              <a:rPr lang="ko-KR" altLang="en-US" dirty="0"/>
              <a:t>인터넷 다운로드</a:t>
            </a:r>
          </a:p>
        </p:txBody>
      </p:sp>
    </p:spTree>
    <p:extLst>
      <p:ext uri="{BB962C8B-B14F-4D97-AF65-F5344CB8AC3E}">
        <p14:creationId xmlns:p14="http://schemas.microsoft.com/office/powerpoint/2010/main" val="39033354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520" y="1719071"/>
            <a:ext cx="8712967" cy="4878281"/>
          </a:xfrm>
        </p:spPr>
        <p:txBody>
          <a:bodyPr>
            <a:normAutofit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기초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en-US" altLang="ko-KR" dirty="0"/>
              <a:t>Google </a:t>
            </a:r>
            <a:r>
              <a:rPr lang="ko-KR" altLang="en-US" dirty="0"/>
              <a:t>계정 생성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ko-KR" altLang="en-US" dirty="0" err="1"/>
              <a:t>챗</a:t>
            </a:r>
            <a:r>
              <a:rPr lang="en-US" altLang="ko-KR" dirty="0"/>
              <a:t>GPT / Gemini(</a:t>
            </a:r>
            <a:r>
              <a:rPr lang="ko-KR" altLang="en-US" dirty="0"/>
              <a:t>제미나이</a:t>
            </a:r>
            <a:r>
              <a:rPr lang="en-US" altLang="ko-KR" dirty="0"/>
              <a:t>)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en-US" altLang="ko-KR" dirty="0"/>
              <a:t>Google Workspace </a:t>
            </a:r>
            <a:r>
              <a:rPr lang="ko-KR" altLang="en-US" dirty="0"/>
              <a:t>활용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en-US" altLang="ko-KR" dirty="0"/>
              <a:t>Google </a:t>
            </a:r>
            <a:r>
              <a:rPr lang="ko-KR" altLang="en-US" dirty="0"/>
              <a:t>환경 설정 및 서비스 사용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en-US" altLang="ko-KR" dirty="0"/>
              <a:t>Google </a:t>
            </a:r>
            <a:r>
              <a:rPr lang="ko-KR" altLang="en-US" dirty="0"/>
              <a:t>드라이브 </a:t>
            </a:r>
            <a:r>
              <a:rPr lang="en-US" altLang="ko-KR" dirty="0"/>
              <a:t>,</a:t>
            </a:r>
            <a:r>
              <a:rPr lang="ko-KR" altLang="en-US" dirty="0"/>
              <a:t>설문지 작업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en-US" altLang="ko-KR" dirty="0"/>
              <a:t>AI </a:t>
            </a:r>
            <a:r>
              <a:rPr lang="ko-KR" altLang="en-US" dirty="0"/>
              <a:t>마케팅 </a:t>
            </a:r>
            <a:r>
              <a:rPr lang="en-US" altLang="ko-KR" dirty="0"/>
              <a:t>/ </a:t>
            </a:r>
            <a:r>
              <a:rPr lang="ko-KR" altLang="en-US" dirty="0"/>
              <a:t>생성형 </a:t>
            </a:r>
            <a:r>
              <a:rPr lang="en-US" altLang="ko-KR" dirty="0"/>
              <a:t>AI /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 err="1"/>
              <a:t>프리젠테이션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ko-KR" altLang="en-US" dirty="0"/>
              <a:t>노트북 </a:t>
            </a:r>
            <a:r>
              <a:rPr lang="en-US" altLang="ko-KR" dirty="0"/>
              <a:t>LM / AI </a:t>
            </a:r>
            <a:r>
              <a:rPr lang="ko-KR" altLang="en-US" dirty="0"/>
              <a:t>취업준비 활용</a:t>
            </a:r>
            <a:endParaRPr lang="en-US" altLang="ko-KR" dirty="0"/>
          </a:p>
          <a:p>
            <a:pPr marL="365760" lvl="1" indent="0">
              <a:buNone/>
            </a:pPr>
            <a:endParaRPr lang="en-US" altLang="ko-KR" dirty="0"/>
          </a:p>
          <a:p>
            <a:r>
              <a:rPr lang="ko-KR" altLang="en-US" dirty="0"/>
              <a:t>교재</a:t>
            </a:r>
            <a:endParaRPr lang="en-US" altLang="ko-KR" dirty="0"/>
          </a:p>
          <a:p>
            <a:pPr lvl="1"/>
            <a:r>
              <a:rPr lang="en-US" altLang="ko-KR" dirty="0"/>
              <a:t>Pdf </a:t>
            </a:r>
            <a:r>
              <a:rPr lang="ko-KR" altLang="en-US" dirty="0"/>
              <a:t>문서 제공</a:t>
            </a: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81000" y="188640"/>
            <a:ext cx="8381260" cy="1221601"/>
          </a:xfrm>
        </p:spPr>
        <p:txBody>
          <a:bodyPr/>
          <a:lstStyle/>
          <a:p>
            <a:pPr marL="0" marR="0" indent="0" algn="ctr" fontAlgn="b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dirty="0"/>
              <a:t>직장인 </a:t>
            </a:r>
            <a:r>
              <a:rPr lang="en-US" altLang="ko-KR" dirty="0"/>
              <a:t>AI </a:t>
            </a:r>
            <a:r>
              <a:rPr lang="ko-KR" altLang="en-US" dirty="0"/>
              <a:t>활용 업무 </a:t>
            </a:r>
            <a:r>
              <a:rPr lang="ko-KR" altLang="en-US" dirty="0" err="1"/>
              <a:t>스킬업</a:t>
            </a:r>
            <a:br>
              <a:rPr lang="en-US" altLang="ko-KR" dirty="0"/>
            </a:br>
            <a:r>
              <a:rPr lang="en-US" altLang="ko-KR" dirty="0"/>
              <a:t>(AI </a:t>
            </a:r>
            <a:r>
              <a:rPr lang="ko-KR" altLang="en-US" dirty="0"/>
              <a:t>기초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390696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520" y="1719071"/>
            <a:ext cx="8712967" cy="5022297"/>
          </a:xfrm>
        </p:spPr>
        <p:txBody>
          <a:bodyPr>
            <a:normAutofit/>
          </a:bodyPr>
          <a:lstStyle/>
          <a:p>
            <a:r>
              <a:rPr lang="ko-KR" altLang="en-US" dirty="0"/>
              <a:t>한글 문서 작업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템플릿을 이용하여 문서 만들기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그림 삽입 및 북마크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링크 기능 설정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글머리 기호 및 번호 매기기 설정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단락 스타일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표 작업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협업 작업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교재</a:t>
            </a:r>
            <a:endParaRPr lang="en-US" altLang="ko-KR" dirty="0"/>
          </a:p>
          <a:p>
            <a:pPr marL="274320" lvl="1" indent="0" fontAlgn="base">
              <a:lnSpc>
                <a:spcPct val="150000"/>
              </a:lnSpc>
              <a:spcBef>
                <a:spcPts val="0"/>
              </a:spcBef>
            </a:pPr>
            <a:r>
              <a:rPr lang="ko-KR" altLang="en-US" dirty="0"/>
              <a:t>단계학습 한글 </a:t>
            </a:r>
            <a:r>
              <a:rPr lang="en-US" altLang="ko-KR" dirty="0"/>
              <a:t>2022 </a:t>
            </a:r>
            <a:r>
              <a:rPr lang="ko-KR" altLang="en-US" dirty="0"/>
              <a:t>기본</a:t>
            </a:r>
            <a:r>
              <a:rPr lang="en-US" altLang="ko-KR" dirty="0"/>
              <a:t>&amp;</a:t>
            </a:r>
            <a:r>
              <a:rPr lang="ko-KR" altLang="en-US" dirty="0"/>
              <a:t>실무프로젝트</a:t>
            </a:r>
            <a:r>
              <a:rPr lang="en-US" altLang="ko-KR" dirty="0"/>
              <a:t>, </a:t>
            </a:r>
            <a:r>
              <a:rPr lang="ko-KR" altLang="en-US" dirty="0"/>
              <a:t>출판사 </a:t>
            </a:r>
            <a:r>
              <a:rPr lang="en-US" altLang="ko-KR" dirty="0"/>
              <a:t>: </a:t>
            </a:r>
            <a:r>
              <a:rPr lang="ko-KR" altLang="en-US" dirty="0" err="1"/>
              <a:t>렉스미디어닷넷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indent="0" algn="ctr" fontAlgn="b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dirty="0">
                <a:latin typeface="+mj-ea"/>
              </a:rPr>
              <a:t>직장인 </a:t>
            </a:r>
            <a:r>
              <a:rPr lang="en-US" altLang="ko-KR" dirty="0">
                <a:latin typeface="+mj-ea"/>
              </a:rPr>
              <a:t>AI </a:t>
            </a:r>
            <a:r>
              <a:rPr lang="ko-KR" altLang="en-US" dirty="0">
                <a:latin typeface="+mj-ea"/>
              </a:rPr>
              <a:t>활용 업무 </a:t>
            </a:r>
            <a:r>
              <a:rPr lang="ko-KR" altLang="en-US" dirty="0" err="1">
                <a:latin typeface="+mj-ea"/>
              </a:rPr>
              <a:t>스킬업</a:t>
            </a:r>
            <a:br>
              <a:rPr lang="en-US" altLang="ko-KR" dirty="0">
                <a:latin typeface="+mj-ea"/>
              </a:rPr>
            </a:br>
            <a:r>
              <a:rPr lang="en-US" altLang="ko-KR" dirty="0">
                <a:latin typeface="+mj-ea"/>
              </a:rPr>
              <a:t>(</a:t>
            </a:r>
            <a:r>
              <a:rPr lang="ko-KR" altLang="en-US" dirty="0">
                <a:latin typeface="+mj-ea"/>
              </a:rPr>
              <a:t>한글 </a:t>
            </a:r>
            <a:r>
              <a:rPr lang="en-US" altLang="ko-KR" dirty="0">
                <a:latin typeface="+mj-ea"/>
              </a:rPr>
              <a:t>2022</a:t>
            </a:r>
            <a:r>
              <a:rPr lang="ko-KR" altLang="en-US" dirty="0">
                <a:latin typeface="+mj-ea"/>
              </a:rPr>
              <a:t> 문서</a:t>
            </a:r>
            <a:r>
              <a:rPr lang="en-US" altLang="ko-KR" dirty="0">
                <a:latin typeface="+mj-ea"/>
              </a:rPr>
              <a:t>)</a:t>
            </a:r>
            <a:endParaRPr lang="ko-KR" altLang="en-US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5139130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520" y="1719071"/>
            <a:ext cx="8712967" cy="4446233"/>
          </a:xfrm>
        </p:spPr>
        <p:txBody>
          <a:bodyPr>
            <a:normAutofit/>
          </a:bodyPr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디자인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미리캔버스</a:t>
            </a:r>
            <a:r>
              <a:rPr lang="en-US" altLang="ko-KR" dirty="0"/>
              <a:t>, </a:t>
            </a:r>
            <a:r>
              <a:rPr lang="ko-KR" altLang="en-US" dirty="0" err="1"/>
              <a:t>캔바</a:t>
            </a:r>
            <a:r>
              <a:rPr lang="ko-KR" altLang="en-US" dirty="0"/>
              <a:t> 활용 작업화면 파일 관리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생성형 프레젠테이션 만들기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카드뉴스</a:t>
            </a:r>
            <a:r>
              <a:rPr lang="en-US" altLang="ko-KR" dirty="0"/>
              <a:t>,</a:t>
            </a:r>
            <a:r>
              <a:rPr lang="ko-KR" altLang="en-US" dirty="0"/>
              <a:t>썸네일 이미지 만들기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명함</a:t>
            </a:r>
            <a:r>
              <a:rPr lang="en-US" altLang="ko-KR" dirty="0"/>
              <a:t>,</a:t>
            </a:r>
            <a:r>
              <a:rPr lang="ko-KR" altLang="en-US" dirty="0"/>
              <a:t>모션 광고 만들기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교재</a:t>
            </a:r>
            <a:endParaRPr lang="en-US" altLang="ko-KR" dirty="0"/>
          </a:p>
          <a:p>
            <a:pPr lvl="1"/>
            <a:r>
              <a:rPr lang="en-US" altLang="ko-KR" dirty="0"/>
              <a:t>PDF</a:t>
            </a:r>
            <a:r>
              <a:rPr lang="ko-KR" altLang="en-US" dirty="0"/>
              <a:t> 문서 제공</a:t>
            </a: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indent="0" algn="ctr" fontAlgn="b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dirty="0">
                <a:latin typeface="+mj-ea"/>
              </a:rPr>
              <a:t>직장인 </a:t>
            </a:r>
            <a:r>
              <a:rPr lang="en-US" altLang="ko-KR" dirty="0">
                <a:latin typeface="+mj-ea"/>
              </a:rPr>
              <a:t>AI </a:t>
            </a:r>
            <a:r>
              <a:rPr lang="ko-KR" altLang="en-US" dirty="0">
                <a:latin typeface="+mj-ea"/>
              </a:rPr>
              <a:t>활용 업무 </a:t>
            </a:r>
            <a:r>
              <a:rPr lang="ko-KR" altLang="en-US" dirty="0" err="1">
                <a:latin typeface="+mj-ea"/>
              </a:rPr>
              <a:t>스킬업</a:t>
            </a:r>
            <a:br>
              <a:rPr lang="en-US" altLang="ko-KR" dirty="0">
                <a:latin typeface="+mj-ea"/>
              </a:rPr>
            </a:br>
            <a:r>
              <a:rPr lang="en-US" altLang="ko-KR" dirty="0">
                <a:latin typeface="+mj-ea"/>
              </a:rPr>
              <a:t>(</a:t>
            </a:r>
            <a:r>
              <a:rPr lang="ko-KR" altLang="en-US" dirty="0">
                <a:latin typeface="+mj-ea"/>
              </a:rPr>
              <a:t>생성형 </a:t>
            </a:r>
            <a:r>
              <a:rPr lang="en-US" altLang="ko-KR" dirty="0">
                <a:latin typeface="+mj-ea"/>
              </a:rPr>
              <a:t>ai </a:t>
            </a:r>
            <a:r>
              <a:rPr lang="ko-KR" altLang="en-US" dirty="0">
                <a:latin typeface="+mj-ea"/>
              </a:rPr>
              <a:t>디자인</a:t>
            </a:r>
            <a:r>
              <a:rPr lang="en-US" altLang="ko-KR" dirty="0">
                <a:latin typeface="+mj-ea"/>
              </a:rPr>
              <a:t>)</a:t>
            </a:r>
            <a:endParaRPr lang="ko-KR" altLang="en-US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178258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520" y="1719071"/>
            <a:ext cx="8712967" cy="4446233"/>
          </a:xfrm>
        </p:spPr>
        <p:txBody>
          <a:bodyPr>
            <a:normAutofit/>
          </a:bodyPr>
          <a:lstStyle/>
          <a:p>
            <a:r>
              <a:rPr lang="en-US" altLang="ko-KR" dirty="0"/>
              <a:t>AI </a:t>
            </a:r>
            <a:r>
              <a:rPr lang="ko-KR" altLang="en-US" dirty="0" err="1"/>
              <a:t>숏츠</a:t>
            </a:r>
            <a:r>
              <a:rPr lang="ko-KR" altLang="en-US" dirty="0"/>
              <a:t> 영상 제작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유튜브 채널 생성 및 환경설정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로 </a:t>
            </a:r>
            <a:r>
              <a:rPr lang="ko-KR" altLang="en-US" dirty="0" err="1"/>
              <a:t>숏츠</a:t>
            </a:r>
            <a:r>
              <a:rPr lang="ko-KR" altLang="en-US" dirty="0"/>
              <a:t> 영상 기본 작업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로 </a:t>
            </a:r>
            <a:r>
              <a:rPr lang="ko-KR" altLang="en-US" dirty="0" err="1"/>
              <a:t>숏츠</a:t>
            </a:r>
            <a:r>
              <a:rPr lang="ko-KR" altLang="en-US" dirty="0"/>
              <a:t> 영상 편집 작업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로 </a:t>
            </a:r>
            <a:r>
              <a:rPr lang="ko-KR" altLang="en-US" dirty="0" err="1"/>
              <a:t>숏츠</a:t>
            </a:r>
            <a:r>
              <a:rPr lang="ko-KR" altLang="en-US" dirty="0"/>
              <a:t> 영상 기획 및 시나리오 작업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교재</a:t>
            </a:r>
            <a:endParaRPr lang="en-US" altLang="ko-KR" dirty="0"/>
          </a:p>
          <a:p>
            <a:pPr lvl="1"/>
            <a:r>
              <a:rPr lang="en-US" altLang="ko-KR" dirty="0"/>
              <a:t>PDF </a:t>
            </a:r>
            <a:r>
              <a:rPr lang="ko-KR" altLang="en-US" dirty="0"/>
              <a:t>문서 제공</a:t>
            </a: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indent="0" algn="ctr" fontAlgn="b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dirty="0">
                <a:latin typeface="+mj-ea"/>
              </a:rPr>
              <a:t>직장인 </a:t>
            </a:r>
            <a:r>
              <a:rPr lang="en-US" altLang="ko-KR" dirty="0">
                <a:latin typeface="+mj-ea"/>
              </a:rPr>
              <a:t>AI </a:t>
            </a:r>
            <a:r>
              <a:rPr lang="ko-KR" altLang="en-US" dirty="0">
                <a:latin typeface="+mj-ea"/>
              </a:rPr>
              <a:t>활용 업무 </a:t>
            </a:r>
            <a:r>
              <a:rPr lang="ko-KR" altLang="en-US" dirty="0" err="1">
                <a:latin typeface="+mj-ea"/>
              </a:rPr>
              <a:t>스킬업</a:t>
            </a:r>
            <a:br>
              <a:rPr lang="en-US" altLang="ko-KR" dirty="0">
                <a:latin typeface="+mj-ea"/>
              </a:rPr>
            </a:br>
            <a:r>
              <a:rPr lang="en-US" altLang="ko-KR" dirty="0">
                <a:latin typeface="+mj-ea"/>
              </a:rPr>
              <a:t>(ai</a:t>
            </a:r>
            <a:r>
              <a:rPr lang="ko-KR" altLang="en-US" dirty="0">
                <a:latin typeface="+mj-ea"/>
              </a:rPr>
              <a:t> </a:t>
            </a:r>
            <a:r>
              <a:rPr lang="ko-KR" altLang="en-US" dirty="0" err="1">
                <a:latin typeface="+mj-ea"/>
              </a:rPr>
              <a:t>숏츠</a:t>
            </a:r>
            <a:r>
              <a:rPr lang="ko-KR" altLang="en-US" dirty="0">
                <a:latin typeface="+mj-ea"/>
              </a:rPr>
              <a:t> 영상 제작</a:t>
            </a:r>
            <a:r>
              <a:rPr lang="en-US" altLang="ko-KR" dirty="0">
                <a:latin typeface="+mj-ea"/>
              </a:rPr>
              <a:t>)</a:t>
            </a:r>
            <a:endParaRPr lang="ko-KR" altLang="en-US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9515858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51520" y="1719071"/>
            <a:ext cx="8712967" cy="4446233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스프레드시트</a:t>
            </a:r>
            <a:r>
              <a:rPr lang="en-US" altLang="ko-KR" dirty="0"/>
              <a:t>(</a:t>
            </a:r>
            <a:r>
              <a:rPr lang="ko-KR" altLang="en-US" dirty="0"/>
              <a:t>문서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ko-KR" altLang="en-US" dirty="0"/>
              <a:t>스프레드시트 기본작업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기본서식 양식 만들기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기본함수 작업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피벗테이블 및 차트 작업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실무 프로젝트 작업</a:t>
            </a:r>
            <a:endParaRPr lang="en-US" altLang="ko-KR" dirty="0"/>
          </a:p>
          <a:p>
            <a:pPr marL="365760" lvl="1" indent="0">
              <a:buNone/>
            </a:pPr>
            <a:endParaRPr lang="en-US" altLang="ko-KR" dirty="0"/>
          </a:p>
          <a:p>
            <a:r>
              <a:rPr lang="ko-KR" altLang="en-US" dirty="0"/>
              <a:t>교재</a:t>
            </a:r>
            <a:endParaRPr lang="en-US" altLang="ko-KR" dirty="0"/>
          </a:p>
          <a:p>
            <a:pPr marL="274320" lvl="1" indent="0" fontAlgn="base">
              <a:lnSpc>
                <a:spcPct val="140000"/>
              </a:lnSpc>
              <a:spcBef>
                <a:spcPts val="0"/>
              </a:spcBef>
            </a:pPr>
            <a:r>
              <a:rPr lang="ko-KR" altLang="en-US" dirty="0"/>
              <a:t>단계학습 엑셀 </a:t>
            </a:r>
            <a:r>
              <a:rPr lang="en-US" altLang="ko-KR" dirty="0"/>
              <a:t>2021 </a:t>
            </a:r>
            <a:r>
              <a:rPr lang="ko-KR" altLang="en-US" dirty="0"/>
              <a:t>기본</a:t>
            </a:r>
            <a:r>
              <a:rPr lang="en-US" altLang="ko-KR" dirty="0"/>
              <a:t>&amp;</a:t>
            </a:r>
            <a:r>
              <a:rPr lang="ko-KR" altLang="en-US" dirty="0"/>
              <a:t>실무프로젝트</a:t>
            </a:r>
            <a:r>
              <a:rPr lang="en-US" altLang="ko-KR" dirty="0"/>
              <a:t>, </a:t>
            </a:r>
            <a:r>
              <a:rPr lang="ko-KR" altLang="en-US" dirty="0"/>
              <a:t>출판사 </a:t>
            </a:r>
            <a:r>
              <a:rPr lang="en-US" altLang="ko-KR" dirty="0"/>
              <a:t>: </a:t>
            </a:r>
            <a:r>
              <a:rPr lang="ko-KR" altLang="en-US" dirty="0" err="1"/>
              <a:t>렉스미디어닷넷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indent="0" algn="ctr" fontAlgn="b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dirty="0">
                <a:latin typeface="+mj-ea"/>
              </a:rPr>
              <a:t>직장인 </a:t>
            </a:r>
            <a:r>
              <a:rPr lang="en-US" altLang="ko-KR" dirty="0">
                <a:latin typeface="+mj-ea"/>
              </a:rPr>
              <a:t>AI </a:t>
            </a:r>
            <a:r>
              <a:rPr lang="ko-KR" altLang="en-US" dirty="0">
                <a:latin typeface="+mj-ea"/>
              </a:rPr>
              <a:t>활용 업무 </a:t>
            </a:r>
            <a:r>
              <a:rPr lang="ko-KR" altLang="en-US" dirty="0" err="1">
                <a:latin typeface="+mj-ea"/>
              </a:rPr>
              <a:t>스킬업</a:t>
            </a:r>
            <a:br>
              <a:rPr lang="en-US" altLang="ko-KR" dirty="0">
                <a:latin typeface="+mj-ea"/>
              </a:rPr>
            </a:br>
            <a:r>
              <a:rPr lang="en-US" altLang="ko-KR" dirty="0">
                <a:latin typeface="+mj-ea"/>
              </a:rPr>
              <a:t>(</a:t>
            </a:r>
            <a:r>
              <a:rPr lang="ko-KR" altLang="en-US" dirty="0">
                <a:latin typeface="+mj-ea"/>
              </a:rPr>
              <a:t>스프레드시트 엑셀</a:t>
            </a:r>
            <a:r>
              <a:rPr lang="en-US" altLang="ko-KR" dirty="0">
                <a:latin typeface="+mj-ea"/>
              </a:rPr>
              <a:t>)</a:t>
            </a:r>
            <a:endParaRPr lang="ko-KR" altLang="en-US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1767433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35360" y="692696"/>
            <a:ext cx="7232848" cy="1054968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동녘B" panose="02030600000101010101" pitchFamily="18" charset="-127"/>
                <a:ea typeface="HY동녘B" panose="02030600000101010101" pitchFamily="18" charset="-127"/>
              </a:rPr>
              <a:t>담당교사 </a:t>
            </a:r>
            <a:r>
              <a:rPr lang="en-US" altLang="ko-KR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동녘B" panose="02030600000101010101" pitchFamily="18" charset="-127"/>
                <a:ea typeface="HY동녘B" panose="02030600000101010101" pitchFamily="18" charset="-127"/>
              </a:rPr>
              <a:t>: </a:t>
            </a:r>
            <a:r>
              <a:rPr lang="ko-KR" altLang="en-US" sz="24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동녘B" panose="02030600000101010101" pitchFamily="18" charset="-127"/>
                <a:ea typeface="HY동녘B" panose="02030600000101010101" pitchFamily="18" charset="-127"/>
              </a:rPr>
              <a:t>이승태</a:t>
            </a:r>
            <a:r>
              <a:rPr lang="en-US" altLang="ko-KR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동녘B" panose="02030600000101010101" pitchFamily="18" charset="-127"/>
                <a:ea typeface="HY동녘B" panose="02030600000101010101" pitchFamily="18" charset="-127"/>
              </a:rPr>
              <a:t>(010-6248-9934)</a:t>
            </a:r>
            <a:endParaRPr lang="ko-KR" alt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동녘B" panose="02030600000101010101" pitchFamily="18" charset="-127"/>
              <a:ea typeface="HY동녘B" panose="0203060000010101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1116632" y="2243311"/>
            <a:ext cx="7772400" cy="1470025"/>
          </a:xfrm>
        </p:spPr>
        <p:txBody>
          <a:bodyPr/>
          <a:lstStyle/>
          <a:p>
            <a:r>
              <a:rPr lang="ko-KR" altLang="en-US" dirty="0">
                <a:latin typeface="HY센스L" panose="02030600000101010101" pitchFamily="18" charset="-127"/>
                <a:ea typeface="HY센스L" panose="02030600000101010101" pitchFamily="18" charset="-127"/>
              </a:rPr>
              <a:t>감사합니다</a:t>
            </a:r>
            <a:r>
              <a:rPr lang="en-US" altLang="ko-KR" dirty="0">
                <a:latin typeface="HY센스L" panose="02030600000101010101" pitchFamily="18" charset="-127"/>
                <a:ea typeface="HY센스L" panose="02030600000101010101" pitchFamily="18" charset="-127"/>
              </a:rPr>
              <a:t>.</a:t>
            </a:r>
            <a:endParaRPr lang="ko-KR" altLang="en-US" dirty="0">
              <a:latin typeface="HY센스L" panose="02030600000101010101" pitchFamily="18" charset="-127"/>
              <a:ea typeface="HY센스L" panose="02030600000101010101" pitchFamily="18" charset="-127"/>
            </a:endParaRPr>
          </a:p>
        </p:txBody>
      </p:sp>
      <p:pic>
        <p:nvPicPr>
          <p:cNvPr id="2050" name="Picture 2" descr="C:\Users\p01\AppData\Local\Microsoft\Windows\Temporary Internet Files\Content.IE5\NZMF286M\컴퓨터일러4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3528" y="3717032"/>
            <a:ext cx="3384375" cy="285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399397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눈금">
  <a:themeElements>
    <a:clrScheme name="눈금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눈금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눈금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</Template>
  <TotalTime>442</TotalTime>
  <Words>282</Words>
  <Application>Microsoft Office PowerPoint</Application>
  <PresentationFormat>화면 슬라이드 쇼(4:3)</PresentationFormat>
  <Paragraphs>62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HY견고딕</vt:lpstr>
      <vt:lpstr>HY동녘B</vt:lpstr>
      <vt:lpstr>HY센스L</vt:lpstr>
      <vt:lpstr>Franklin Gothic Medium</vt:lpstr>
      <vt:lpstr>Wingdings</vt:lpstr>
      <vt:lpstr>Wingdings 2</vt:lpstr>
      <vt:lpstr>눈금</vt:lpstr>
      <vt:lpstr>PowerPoint 프레젠테이션</vt:lpstr>
      <vt:lpstr>저장/인터넷 다운로드</vt:lpstr>
      <vt:lpstr>직장인 AI 활용 업무 스킬업 (AI 기초)</vt:lpstr>
      <vt:lpstr>직장인 AI 활용 업무 스킬업 (한글 2022 문서)</vt:lpstr>
      <vt:lpstr>직장인 AI 활용 업무 스킬업 (생성형 ai 디자인)</vt:lpstr>
      <vt:lpstr>직장인 AI 활용 업무 스킬업 (ai 숏츠 영상 제작)</vt:lpstr>
      <vt:lpstr>직장인 AI 활용 업무 스킬업 (스프레드시트 엑셀)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오리엔테이션</dc:title>
  <dc:creator>p01</dc:creator>
  <cp:lastModifiedBy>USER</cp:lastModifiedBy>
  <cp:revision>75</cp:revision>
  <dcterms:created xsi:type="dcterms:W3CDTF">2016-04-20T15:19:52Z</dcterms:created>
  <dcterms:modified xsi:type="dcterms:W3CDTF">2026-08-18T15:24:11Z</dcterms:modified>
</cp:coreProperties>
</file>